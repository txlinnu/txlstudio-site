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E8582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3840480" cy="3840480"/>
          </a:xfrm>
          <a:prstGeom prst="ellipse">
            <a:avLst/>
          </a:prstGeom>
          <a:solidFill>
            <a:srgbClr val="14B88A">
              <a:alpha val="12000"/>
            </a:srgbClr>
          </a:solidFill>
          <a:ln/>
        </p:spPr>
      </p:sp>
      <p:pic>
        <p:nvPicPr>
          <p:cNvPr id="4" name="Image 0" descr="C:\Users\pc\AppData\Local\Temp\claude\D--txl-studio\d49bab1d-4028-4940-b666-467fab53fa61\scratchpad\pitch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3017520" cy="1234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788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APPLICATION — STARTUP KADAPA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products that ship — not demos.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dashboards, and custom AI-powered chatbots — built end to end.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0" cy="502920"/>
          </a:xfrm>
          <a:prstGeom prst="line">
            <a:avLst/>
          </a:prstGeom>
          <a:noFill/>
          <a:ln w="12700">
            <a:solidFill>
              <a:srgbClr val="252A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5840" y="5623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Inayath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TXL Studio  ·  Kadapa, Andhra Pradesh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582F"/>
          </a:solidFill>
          <a:ln/>
        </p:spPr>
      </p:sp>
      <p:pic>
        <p:nvPicPr>
          <p:cNvPr id="3" name="Image 0" descr="C:\Users\pc\AppData\Local\Temp\claude\D--txl-studio\d49bab1d-4028-4940-b666-467fab53fa61\scratchpad\pitch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businesses can't get real digital help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60020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agencies are expensive and slow. In-house technical talent isn't available.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freelancers can only take a handful of clients, because manual development takes weeks per project.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97764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businesses go without a proper digital presence — or pay agency prices for a basic site that still lacks modern features like AI-powered customer support.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1554480"/>
            <a:ext cx="4343400" cy="4297680"/>
          </a:xfrm>
          <a:prstGeom prst="roundRect">
            <a:avLst>
              <a:gd name="adj" fmla="val 2553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187452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5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1546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businesses researched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firsthand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0" y="3977640"/>
            <a:ext cx="3429000" cy="0"/>
          </a:xfrm>
          <a:prstGeom prst="line">
            <a:avLst/>
          </a:prstGeom>
          <a:noFill/>
          <a:ln w="12700">
            <a:solidFill>
              <a:srgbClr val="252A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416052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51663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no website, a broken one,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 AI customer support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4B88A"/>
          </a:solidFill>
          <a:ln/>
        </p:spPr>
      </p:sp>
      <p:pic>
        <p:nvPicPr>
          <p:cNvPr id="3" name="Image 0" descr="C:\Users\pc\AppData\Local\Temp\claude\D--txl-studio\d49bab1d-4028-4940-b666-467fab53fa61\scratchpad\pitch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THE SOLUTION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AI-accelerated builds, human-owned architecture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181C22"/>
          </a:solidFill>
          <a:ln/>
        </p:spPr>
      </p:sp>
      <p:pic>
        <p:nvPicPr>
          <p:cNvPr id="7" name="Image 1" descr="C:\Users\pc\AppData\Local\Temp\claude\D--txl-studio\d49bab1d-4028-4940-b666-467fab53fa61\scratchpad\pitch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0" y="1757020"/>
            <a:ext cx="372161" cy="3721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645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design it, AI builds it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198424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features, and product decisions are made by me — then AI coding tools (Claude, ChatGPT) accelerate implementation.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3108960"/>
            <a:ext cx="502920" cy="502920"/>
          </a:xfrm>
          <a:prstGeom prst="ellipse">
            <a:avLst/>
          </a:prstGeom>
          <a:solidFill>
            <a:srgbClr val="181C22"/>
          </a:solidFill>
          <a:ln/>
        </p:spPr>
      </p:sp>
      <p:pic>
        <p:nvPicPr>
          <p:cNvPr id="11" name="Image 2" descr="C:\Users\pc\AppData\Local\Temp\claude\D--txl-studio\d49bab1d-4028-4940-b666-467fab53fa61\scratchpad\pitch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00" y="317434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0632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Security-first, always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234440" y="34015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cybersecurity background shapes every build: not just whether it works, but whether it's safe to run in production.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02920" y="4526280"/>
            <a:ext cx="502920" cy="502920"/>
          </a:xfrm>
          <a:prstGeom prst="ellipse">
            <a:avLst/>
          </a:prstGeom>
          <a:solidFill>
            <a:srgbClr val="181C22"/>
          </a:solidFill>
          <a:ln/>
        </p:spPr>
      </p:sp>
      <p:pic>
        <p:nvPicPr>
          <p:cNvPr id="15" name="Image 3" descr="C:\Users\pc\AppData\Local\Temp\claude\D--txl-studio\d49bab1d-4028-4940-b666-467fab53fa61\scratchpad\pitch/layo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00" y="459166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44805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businesses actually need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234440" y="48188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internal dashboards, and AI-powered customer support chatbots — the gaps found in real research.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582F"/>
          </a:solidFill>
          <a:ln/>
        </p:spPr>
      </p:sp>
      <p:pic>
        <p:nvPicPr>
          <p:cNvPr id="3" name="Image 0" descr="C:\Users\pc\AppData\Local\Temp\claude\D--txl-studio\d49bab1d-4028-4940-b666-467fab53fa61\scratchpad\pitch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TRACTION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live products, built and shipped solo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202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858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TXL Cloud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5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· unlimited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17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AI chat product. Same UX pattern as major AI products — accounts, history, projects — but runs on hardware the user controls. No daily cap, nothing leaves the machine.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164592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19202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4B8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8368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1993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TXL GPT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680960" y="2395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assistant · agentic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0175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AI assistant product with vision, web search, and a tool-using agent — its own database and accounts, positioned as a personal assistant.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5029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live, both self-built, zero funding, zero paying customers yet — an honest MVP stage, not a claim of revenue.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4B88A"/>
          </a:solidFill>
          <a:ln/>
        </p:spPr>
      </p:sp>
      <p:pic>
        <p:nvPicPr>
          <p:cNvPr id="3" name="Image 0" descr="C:\Users\pc\AppData\Local\Temp\claude\D--txl-studio\d49bab1d-4028-4940-b666-467fab53fa61\scratchpad\pitch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VALIDATION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real businesses, not assumptions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this deck, I ran outreach research across real, verifiable local and international businesses: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322576"/>
            <a:ext cx="91440" cy="9144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CIVVY Constructions (Tirupati)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240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down — WordPress critical error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91440" cy="9144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8163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Smiles Dental (Bangalore)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8163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down — server timeout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91440" cy="9144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33924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Envirospace Projects (Hyderabad)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3392424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live but essentially blank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91440" cy="9144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39684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Bandrip Streetwear (4 AP stores, 16.9K followers)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39684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doesn't even resolve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626864"/>
            <a:ext cx="91440" cy="9144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" y="45445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 Soaps, Farak, White Rabbit Skincare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454456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Shopify stores, zero AI chat support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5202936"/>
            <a:ext cx="91440" cy="9144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120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TEEGEAN, Dévo, Vintagely, Infinite Aura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120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10K–78K followers each, no website at all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582F"/>
          </a:solidFill>
          <a:ln/>
        </p:spPr>
      </p:sp>
      <p:pic>
        <p:nvPicPr>
          <p:cNvPr id="3" name="Image 0" descr="C:\Users\pc\AppData\Local\Temp\claude\D--txl-studio\d49bab1d-4028-4940-b666-467fab53fa61\scratchpad\pitch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WHO WE SERVE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businesses without a technical partner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fashion / D2C brands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82880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Streetwear, skincare, apparel — strong social following, no real online store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816352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779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&amp; handmade product businesses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2907792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products, real demand, no digital storefront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895344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98678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service providers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3986784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Construction, healthcare, hospitality, home services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2920" y="4974336"/>
            <a:ext cx="10789920" cy="914400"/>
          </a:xfrm>
          <a:prstGeom prst="roundRect">
            <a:avLst>
              <a:gd name="adj" fmla="val 8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0657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stores with social reach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5065776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followers, zero website — traffic with nowhere to convert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4B88A"/>
          </a:solidFill>
          <a:ln/>
        </p:spPr>
      </p:sp>
      <p:pic>
        <p:nvPicPr>
          <p:cNvPr id="3" name="Image 0" descr="C:\Users\pc\AppData\Local\Temp\claude\D--txl-studio\d49bab1d-4028-4940-b666-467fab53fa61\scratchpad\pitch/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FOUNDER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person, building from Kadapa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3291840" cy="3291840"/>
          </a:xfrm>
          <a:prstGeom prst="roundRect">
            <a:avLst>
              <a:gd name="adj" fmla="val 3889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34440" y="2148840"/>
            <a:ext cx="1828800" cy="1828800"/>
          </a:xfrm>
          <a:prstGeom prst="ellipse">
            <a:avLst/>
          </a:prstGeom>
          <a:solidFill>
            <a:srgbClr val="E8582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34440" y="2148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A0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114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Inayath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TXL Studio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1605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2057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Kadapa, Andhra Pradesh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2834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Cybersecurity-informed engineering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16052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160520" y="3611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— architecture, product, and delivery all owned personally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16052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160520" y="4389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registered — proprietorship stage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8582F"/>
          </a:solidFill>
          <a:ln/>
        </p:spPr>
      </p:sp>
      <p:pic>
        <p:nvPicPr>
          <p:cNvPr id="3" name="Image 0" descr="C:\Users\pc\AppData\Local\Temp\claude\D--txl-studio\d49bab1d-4028-4940-b666-467fab53fa61\scratchpad\pitch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62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THE ASK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6949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Kadapa's own centre can do that I can't do alone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3502152" cy="2743200"/>
          </a:xfrm>
          <a:prstGeom prst="roundRect">
            <a:avLst>
              <a:gd name="adj" fmla="val 4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4B88A"/>
          </a:solidFill>
          <a:ln/>
        </p:spPr>
      </p:sp>
      <p:pic>
        <p:nvPicPr>
          <p:cNvPr id="8" name="Image 1" descr="C:\Users\pc\AppData\Local\Temp\claude\D--txl-studio\d49bab1d-4028-4940-b666-467fab53fa61\scratchpad\pitch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" y="2140610"/>
            <a:ext cx="473659" cy="47365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291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solo freelance work into an actual company — structure, pricing, and scale.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51960" y="1737360"/>
            <a:ext cx="3502152" cy="2743200"/>
          </a:xfrm>
          <a:prstGeom prst="roundRect">
            <a:avLst>
              <a:gd name="adj" fmla="val 4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14B88A"/>
          </a:solidFill>
          <a:ln/>
        </p:spPr>
      </p:sp>
      <p:pic>
        <p:nvPicPr>
          <p:cNvPr id="13" name="Image 2" descr="C:\Users\pc\AppData\Local\Temp\claude\D--txl-studio\d49bab1d-4028-4940-b666-467fab53fa61\scratchpad\pitch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10" y="2140610"/>
            <a:ext cx="473659" cy="47365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3291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MSMEs and founders across Rayalaseema who need this work.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01000" y="1737360"/>
            <a:ext cx="3502152" cy="2743200"/>
          </a:xfrm>
          <a:prstGeom prst="roundRect">
            <a:avLst>
              <a:gd name="adj" fmla="val 4000"/>
            </a:avLst>
          </a:prstGeom>
          <a:solidFill>
            <a:srgbClr val="13161B"/>
          </a:solidFill>
          <a:ln w="12700">
            <a:solidFill>
              <a:srgbClr val="252A3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14B88A"/>
          </a:solidFill>
          <a:ln/>
        </p:spPr>
      </p:sp>
      <p:pic>
        <p:nvPicPr>
          <p:cNvPr id="18" name="Image 3" descr="C:\Users\pc\AppData\Local\Temp\claude\D--txl-studio\d49bab1d-4028-4940-b666-467fab53fa61\scratchpad\pitch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250" y="2140610"/>
            <a:ext cx="473659" cy="47365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2104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two-way relationship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32918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technical build support for other founders in the cohort who need a website, dashboard, or chatbot.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02920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from Kadapa because I want the work to stay here — not go to an agency in Hyderabad or Bangalore.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2026-09-08T17:44:32Z</dcterms:created>
  <dcterms:modified xsi:type="dcterms:W3CDTF">2026-09-08T17:44:32Z</dcterms:modified>
</cp:coreProperties>
</file>